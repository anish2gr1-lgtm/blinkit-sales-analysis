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Blinkit Grocery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End-to-End SQL and Power BI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Analyze Blinkit grocery sales data to identify key revenue drivers.</a:t>
            </a:r>
          </a:p>
          <a:p>
            <a:pPr/>
            <a:r>
              <a:t>Evaluate performance across products, outlets, and locations.</a:t>
            </a:r>
          </a:p>
          <a:p>
            <a:pPr/>
            <a:r>
              <a:t>Measure customer satisfaction using ratings.</a:t>
            </a:r>
          </a:p>
          <a:p>
            <a:pPr/>
            <a:r>
              <a:t>Enable data-driven business decision-making using SQL and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Dataset contains 8,000+ grocery sales transactions.</a:t>
            </a:r>
          </a:p>
          <a:p>
            <a:pPr/>
            <a:r>
              <a:t>Includes product, outlet, sales, and customer rating data.</a:t>
            </a:r>
          </a:p>
          <a:p>
            <a:pPr/>
            <a:r>
              <a:t>Key columns: Item Type, Fat Content, Outlet Size, Location, Sales, Rating.</a:t>
            </a:r>
          </a:p>
          <a:p>
            <a:pPr/>
            <a:r>
              <a:t>Used SQL for analysis and Power BI for dashboard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and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Handled missing values and inconsistent fat content categories.</a:t>
            </a:r>
          </a:p>
          <a:p>
            <a:pPr/>
            <a:r>
              <a:t>Removed duplicate records using SQL window functions.</a:t>
            </a:r>
          </a:p>
          <a:p>
            <a:pPr/>
            <a:r>
              <a:t>Converted data types and structured data using Power Query.</a:t>
            </a:r>
          </a:p>
          <a:p>
            <a:pPr/>
            <a:r>
              <a:t>Prepared clean dataset for accurate KPI analysis and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 Calculated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 Sales: Overall revenue generated.</a:t>
            </a:r>
          </a:p>
          <a:p>
            <a:pPr/>
            <a:r>
              <a:t>Average Sales: Average revenue per transaction.</a:t>
            </a:r>
          </a:p>
          <a:p>
            <a:pPr/>
            <a:r>
              <a:t>Number of Items Sold: Total count of transactions.</a:t>
            </a:r>
          </a:p>
          <a:p>
            <a:pPr/>
            <a:r>
              <a:t>Average Rating: Customer satisfaction metric.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SQL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Identified top-performing products using ranking functions.</a:t>
            </a:r>
          </a:p>
          <a:p>
            <a:pPr/>
            <a:r>
              <a:t>Calculated revenue contribution by outlet type and location.</a:t>
            </a:r>
          </a:p>
          <a:p>
            <a:pPr/>
            <a:r>
              <a:t>Analyzed sales trends using running totals and window functions.</a:t>
            </a:r>
          </a:p>
          <a:p>
            <a:pPr/>
            <a:r>
              <a:t>Created SQL views for efficient Power BI dashboard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Built interactive dashboard with KPIs and performance metrics.</a:t>
            </a:r>
          </a:p>
          <a:p>
            <a:pPr/>
            <a:r>
              <a:t>Visualized sales by product category, outlet size, and location.</a:t>
            </a:r>
          </a:p>
          <a:p>
            <a:pPr/>
            <a:r>
              <a:t>Enabled real-time business performance monitoring.</a:t>
            </a:r>
          </a:p>
          <a:p>
            <a:pPr/>
            <a:r>
              <a:t>Improved reporting efficiency and stakeholder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Identified top-performing product categories driving revenue.</a:t>
            </a:r>
          </a:p>
          <a:p>
            <a:pPr/>
            <a:r>
              <a:t>Detected high-performing outlet types and locations.</a:t>
            </a:r>
          </a:p>
          <a:p>
            <a:pPr/>
            <a:r>
              <a:t>Analyzed customer ratings to measure satisfaction.</a:t>
            </a:r>
          </a:p>
          <a:p>
            <a:pPr/>
            <a:r>
              <a:t>Provided insights to optimize inventory and outlet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